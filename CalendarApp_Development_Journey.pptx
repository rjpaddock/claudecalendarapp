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ASP.NET Core Calendar Management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Development Journey: From Concept to Implementation</a:t>
            </a:r>
          </a:p>
          <a:p>
            <a:r>
              <a:t>Built with Claude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Request:</a:t>
            </a:r>
          </a:p>
          <a:p>
            <a:pPr lvl="1"/>
            <a:r>
              <a:t>"Create an ASP.NET Core application using C# to manage calendars. This application should have a calendar view by month, week and day, should be able to manage users and create calendar invites for one or more users."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Technology Choices:</a:t>
            </a:r>
          </a:p>
          <a:p>
            <a:pPr lvl="1"/>
            <a:r>
              <a:t>Database: SQLite with Entity Framework Core</a:t>
            </a:r>
          </a:p>
          <a:p>
            <a:pPr lvl="1"/>
            <a:r>
              <a:t>UI Framework: ASP.NET Core with Razor Pages</a:t>
            </a:r>
          </a:p>
          <a:p>
            <a:pPr lvl="1"/>
            <a:r>
              <a:t>Authentication: None (focus on core functionality)</a:t>
            </a:r>
          </a:p>
          <a:p>
            <a:pPr lvl="1"/>
            <a:r>
              <a:t>Styling: Bootstrap 5</a:t>
            </a:r>
          </a:p>
          <a:p>
            <a:pPr lvl="1"/>
            <a:r>
              <a:t>Target Framework: .NET 9.0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Core Tables:</a:t>
            </a:r>
          </a:p>
          <a:p>
            <a:pPr lvl="1"/>
            <a:r>
              <a:t>Users: Id, Name, Email, CreatedAt</a:t>
            </a:r>
          </a:p>
          <a:p>
            <a:pPr lvl="1"/>
            <a:r>
              <a:t>CalendarEvents: Id, Title, Description, StartDateTime, EndDateTime, Location, CreatedById</a:t>
            </a:r>
          </a:p>
          <a:p>
            <a:pPr lvl="1"/>
            <a:r>
              <a:t>EventAttendees: Id, EventId, UserId, ResponseStatus (Pending/Accepted/Declined/Tentative)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Features Implemented:</a:t>
            </a:r>
          </a:p>
          <a:p>
            <a:pPr lvl="1"/>
            <a:r>
              <a:t>Three calendar view types: Month, Week, Day</a:t>
            </a:r>
          </a:p>
          <a:p>
            <a:pPr lvl="1"/>
            <a:r>
              <a:t>User management (CRUD operations)</a:t>
            </a:r>
          </a:p>
          <a:p>
            <a:pPr lvl="1"/>
            <a:r>
              <a:t>Event creation with multi-user invitations</a:t>
            </a:r>
          </a:p>
          <a:p>
            <a:pPr lvl="1"/>
            <a:r>
              <a:t>Event details, editing, and deletion</a:t>
            </a:r>
          </a:p>
          <a:p>
            <a:pPr lvl="1"/>
            <a:r>
              <a:t>Attendee tracking with response status</a:t>
            </a:r>
          </a:p>
          <a:p>
            <a:pPr lvl="1"/>
            <a:r>
              <a:t>Navigation between different time periods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Iteration 1: Clean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Request:</a:t>
            </a:r>
          </a:p>
          <a:p>
            <a:pPr lvl="1"/>
            <a:r>
              <a:t>"Remove all seeded data from this application"</a:t>
            </a:r>
          </a:p>
          <a:p>
            <a:pPr/>
            <a:r>
              <a:t>Implementation:</a:t>
            </a:r>
          </a:p>
          <a:p>
            <a:pPr lvl="1"/>
            <a:r>
              <a:t>Updated DbInitializer to start with empty database</a:t>
            </a:r>
          </a:p>
          <a:p>
            <a:pPr lvl="1"/>
            <a:r>
              <a:t>Removed all sample users and events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Iteration 2: Interactive Timeslots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Request:</a:t>
            </a:r>
          </a:p>
          <a:p>
            <a:pPr lvl="1"/>
            <a:r>
              <a:t>"When clicking on a timeslot open the create event window with the date and time populated."</a:t>
            </a:r>
          </a:p>
          <a:p>
            <a:pPr/>
            <a:r>
              <a:t>Implementation:</a:t>
            </a:r>
          </a:p>
          <a:p>
            <a:pPr lvl="1"/>
            <a:r>
              <a:t>Added year/month/day/hour parameters to CreateEvent</a:t>
            </a:r>
          </a:p>
          <a:p>
            <a:pPr lvl="1"/>
            <a:r>
              <a:t>Made day numbers in Month view clickable</a:t>
            </a:r>
          </a:p>
          <a:p>
            <a:pPr lvl="1"/>
            <a:r>
              <a:t>Made timeslots in Week and Day views clickable</a:t>
            </a:r>
          </a:p>
          <a:p>
            <a:pPr lvl="1"/>
            <a:r>
              <a:t>Pre-populate event form with selected date/time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Iteration 3: Major Architecture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Request:</a:t>
            </a:r>
          </a:p>
          <a:p>
            <a:pPr lvl="1"/>
            <a:r>
              <a:t>"Change all views to use Razor pages"</a:t>
            </a:r>
          </a:p>
          <a:p>
            <a:pPr/>
            <a:r>
              <a:t>Complete Refactor:</a:t>
            </a:r>
          </a:p>
          <a:p>
            <a:pPr lvl="1"/>
            <a:r>
              <a:t>Converted from MVC Controllers to Razor PageModels</a:t>
            </a:r>
          </a:p>
          <a:p>
            <a:pPr lvl="1"/>
            <a:r>
              <a:t>Updated Program.cs from AddControllersWithViews to AddRazorPages</a:t>
            </a:r>
          </a:p>
          <a:p>
            <a:pPr lvl="1"/>
            <a:r>
              <a:t>Created Pages folder structure with _Layout, _ViewStart, _ViewImports</a:t>
            </a:r>
          </a:p>
          <a:p>
            <a:pPr lvl="1"/>
            <a:r>
              <a:t>Updated all navigation from asp-action to asp-page</a:t>
            </a:r>
          </a:p>
          <a:p>
            <a:pPr lvl="1"/>
            <a:r>
              <a:t>Fixed build errors and updated routing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Iteration 4: Better Time Defaults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Request:</a:t>
            </a:r>
          </a:p>
          <a:p>
            <a:pPr lvl="1"/>
            <a:r>
              <a:t>"When clicking on a day from the month or week calendar open the create event window with the date and time populated. If on a day, default the time to noon."</a:t>
            </a:r>
          </a:p>
          <a:p>
            <a:pPr/>
            <a:r>
              <a:t>Implementation:</a:t>
            </a:r>
          </a:p>
          <a:p>
            <a:pPr lvl="1"/>
            <a:r>
              <a:t>Changed default time from 9 AM to 12 PM (noon)</a:t>
            </a:r>
          </a:p>
          <a:p>
            <a:pPr lvl="1"/>
            <a:r>
              <a:t>Maintained specific hour when clicking timeslots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Iteration 5: Enhanced 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Request:</a:t>
            </a:r>
          </a:p>
          <a:p>
            <a:pPr lvl="1"/>
            <a:r>
              <a:t>"If a user clicks on any part of a day, not just the number, open the create event page"</a:t>
            </a:r>
          </a:p>
          <a:p>
            <a:pPr/>
            <a:r>
              <a:t>Implementation:</a:t>
            </a:r>
          </a:p>
          <a:p>
            <a:pPr lvl="1"/>
            <a:r>
              <a:t>Added onclick handler to entire &lt;td&gt; day cell</a:t>
            </a:r>
          </a:p>
          <a:p>
            <a:pPr lvl="1"/>
            <a:r>
              <a:t>Added event.stopPropagation() to event items</a:t>
            </a:r>
          </a:p>
          <a:p>
            <a:pPr lvl="1"/>
            <a:r>
              <a:t>Added CSS hover effects for better UX</a:t>
            </a:r>
          </a:p>
          <a:p>
            <a:pPr lvl="1"/>
            <a:r>
              <a:t>Made entire day cell visually responsive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Iteration 6: Visual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Request:</a:t>
            </a:r>
          </a:p>
          <a:p>
            <a:pPr lvl="1"/>
            <a:r>
              <a:t>"On week and month views add arrow icons to navigate by month and week respectively"</a:t>
            </a:r>
          </a:p>
          <a:p>
            <a:pPr/>
            <a:r>
              <a:t>Implementation:</a:t>
            </a:r>
          </a:p>
          <a:p>
            <a:pPr lvl="1"/>
            <a:r>
              <a:t>Added ◄ and ► icons to Previous/Next buttons</a:t>
            </a:r>
          </a:p>
          <a:p>
            <a:pPr lvl="1"/>
            <a:r>
              <a:t>Applied to Month, Week, and Day views for consistency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Iteration 7: Layout Refinement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Request:</a:t>
            </a:r>
          </a:p>
          <a:p>
            <a:pPr lvl="1"/>
            <a:r>
              <a:t>"Add the navigation buttons next to the description of the month and week"</a:t>
            </a:r>
          </a:p>
          <a:p>
            <a:pPr/>
            <a:r>
              <a:t>Implementation:</a:t>
            </a:r>
          </a:p>
          <a:p>
            <a:pPr lvl="1"/>
            <a:r>
              <a:t>Moved navigation buttons inline with month/week title</a:t>
            </a:r>
          </a:p>
          <a:p>
            <a:pPr lvl="1"/>
            <a:r>
              <a:t>Used Bootstrap d-inline-block for side-by-side layout</a:t>
            </a:r>
          </a:p>
          <a:p>
            <a:pPr lvl="1"/>
            <a:r>
              <a:t>Maintained Create Event button on the right</a:t>
            </a:r>
          </a:p>
          <a:p>
            <a:pPr lvl="1"/>
            <a:r>
              <a:t>Improved visual hierarchy and space utilization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Iteration 8: Enhanced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Request:</a:t>
            </a:r>
          </a:p>
          <a:p>
            <a:pPr lvl="1"/>
            <a:r>
              <a:t>"Move the navigation buttons back to the middle of the page and add 2 more buttons next and previous on the left and right of the month name or week name"</a:t>
            </a:r>
          </a:p>
          <a:p>
            <a:pPr/>
            <a:r>
              <a:t>Implementation:</a:t>
            </a:r>
          </a:p>
          <a:p>
            <a:pPr lvl="1"/>
            <a:r>
              <a:t>Created git branch: feature/enhanced-navigation</a:t>
            </a:r>
          </a:p>
          <a:p>
            <a:pPr lvl="1"/>
            <a:r>
              <a:t>Added arrow-only buttons flanking the month/week title</a:t>
            </a:r>
          </a:p>
          <a:p>
            <a:pPr lvl="1"/>
            <a:r>
              <a:t>Restored full navigation button group to center</a:t>
            </a:r>
          </a:p>
          <a:p>
            <a:pPr lvl="1"/>
            <a:r>
              <a:t>Three-column layout: Title with arrows | Navigation | Create Event</a:t>
            </a:r>
          </a:p>
          <a:p>
            <a:pPr lvl="1"/>
            <a:r>
              <a:t>Improved accessibility with title attributes on arrow buttons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Folders and Files:</a:t>
            </a:r>
          </a:p>
          <a:p>
            <a:pPr lvl="1"/>
            <a:r>
              <a:t>Models/: User, CalendarEvent, EventAttendee, ResponseStatus</a:t>
            </a:r>
          </a:p>
          <a:p>
            <a:pPr lvl="1"/>
            <a:r>
              <a:t>ViewModels/: MonthCalendar, WeekCalendar, DayCalendar, CreateEvent, EventDetails</a:t>
            </a:r>
          </a:p>
          <a:p>
            <a:pPr lvl="1"/>
            <a:r>
              <a:t>Data/: ApplicationDbContext, DbInitializer</a:t>
            </a:r>
          </a:p>
          <a:p>
            <a:pPr lvl="1"/>
            <a:r>
              <a:t>Pages/: Index, Users (CRUD), Calendar (Month/Week/Day/CreateEvent/EventDetails)</a:t>
            </a:r>
          </a:p>
          <a:p>
            <a:pPr lvl="1"/>
            <a:r>
              <a:t>wwwroot/css/: calendar.css for custom styling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Application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the Application Can Do:</a:t>
            </a:r>
          </a:p>
          <a:p>
            <a:pPr lvl="1"/>
            <a:r>
              <a:t>View calendar in three formats: Month, Week, Day</a:t>
            </a:r>
          </a:p>
          <a:p>
            <a:pPr lvl="1"/>
            <a:r>
              <a:t>Navigate between time periods with arrow buttons</a:t>
            </a:r>
          </a:p>
          <a:p>
            <a:pPr lvl="1"/>
            <a:r>
              <a:t>Click anywhere on a day/timeslot to create events</a:t>
            </a:r>
          </a:p>
          <a:p>
            <a:pPr lvl="1"/>
            <a:r>
              <a:t>Create events with title, description, location, date/time</a:t>
            </a:r>
          </a:p>
          <a:p>
            <a:pPr lvl="1"/>
            <a:r>
              <a:t>Invite multiple users to events</a:t>
            </a:r>
          </a:p>
          <a:p>
            <a:pPr lvl="1"/>
            <a:r>
              <a:t>Track attendee response status (Pending/Accepted/Declined/Tentative)</a:t>
            </a:r>
          </a:p>
          <a:p>
            <a:pPr lvl="1"/>
            <a:r>
              <a:t>Manage users (Create, Read, Update, Delete)</a:t>
            </a:r>
          </a:p>
          <a:p>
            <a:pPr lvl="1"/>
            <a:r>
              <a:t>View event details with attendee list</a:t>
            </a:r>
          </a:p>
          <a:p>
            <a:pPr lvl="1"/>
            <a:r>
              <a:t>Edit and delete events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Notable Implementation Details:</a:t>
            </a:r>
          </a:p>
          <a:p>
            <a:pPr lvl="1"/>
            <a:r>
              <a:t>Entity Framework Core with SQLite for lightweight data storage</a:t>
            </a:r>
          </a:p>
          <a:p>
            <a:pPr lvl="1"/>
            <a:r>
              <a:t>Razor Pages architecture for cleaner separation of concerns</a:t>
            </a:r>
          </a:p>
          <a:p>
            <a:pPr lvl="1"/>
            <a:r>
              <a:t>Client-side JavaScript for interactive calendar cells</a:t>
            </a:r>
          </a:p>
          <a:p>
            <a:pPr lvl="1"/>
            <a:r>
              <a:t>event.stopPropagation() to prevent conflicting click handlers</a:t>
            </a:r>
          </a:p>
          <a:p>
            <a:pPr lvl="1"/>
            <a:r>
              <a:t>Bootstrap utility classes for responsive layout</a:t>
            </a:r>
          </a:p>
          <a:p>
            <a:pPr lvl="1"/>
            <a:r>
              <a:t>Custom CSS for calendar-specific styling and hover effects</a:t>
            </a:r>
          </a:p>
          <a:p>
            <a:pPr lvl="1"/>
            <a:r>
              <a:t>ViewModels for complex data binding scenarios</a:t>
            </a:r>
          </a:p>
          <a:p>
            <a:pPr lvl="1"/>
            <a:r>
              <a:t>Route parameters for deep linking to specific dates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pPr lvl="1"/>
            <a:r>
              <a:t>Iterative development allows for rapid evolution</a:t>
            </a:r>
          </a:p>
          <a:p>
            <a:pPr lvl="1"/>
            <a:r>
              <a:t>User feedback drives feature refinement</a:t>
            </a:r>
          </a:p>
          <a:p>
            <a:pPr lvl="1"/>
            <a:r>
              <a:t>Architecture changes (MVC → Razor Pages) can be done incrementally</a:t>
            </a:r>
          </a:p>
          <a:p>
            <a:pPr lvl="1"/>
            <a:r>
              <a:t>Small UX improvements (clickable areas, icons) have big impact</a:t>
            </a:r>
          </a:p>
          <a:p>
            <a:pPr lvl="1"/>
            <a:r>
              <a:t>Starting with empty database is better for production readiness</a:t>
            </a:r>
          </a:p>
          <a:p>
            <a:pPr lvl="1"/>
            <a:r>
              <a:t>Interactive elements require careful event handling</a:t>
            </a:r>
          </a:p>
          <a:p>
            <a:pPr lvl="1"/>
            <a:r>
              <a:t>Visual cues (arrows, hover effects) improve usability</a:t>
            </a:r>
          </a:p>
          <a:p>
            <a:pPr lvl="1"/>
            <a:r>
              <a:t>Git branching enables safe experimentation with UI changes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Backend: ASP.NET Core 9.0 with Razor Pages</a:t>
            </a:r>
          </a:p>
          <a:p>
            <a:pPr/>
            <a:r>
              <a:t>Language: C# 12</a:t>
            </a:r>
          </a:p>
          <a:p>
            <a:pPr/>
            <a:r>
              <a:t>Database: SQLite</a:t>
            </a:r>
          </a:p>
          <a:p>
            <a:pPr/>
            <a:r>
              <a:t>ORM: Entity Framework Core 9.0</a:t>
            </a:r>
          </a:p>
          <a:p>
            <a:pPr/>
            <a:r>
              <a:t>Frontend: HTML5, CSS3, JavaScript</a:t>
            </a:r>
          </a:p>
          <a:p>
            <a:pPr/>
            <a:r>
              <a:t>UI Framework: Bootstrap 5</a:t>
            </a:r>
          </a:p>
          <a:p>
            <a:pPr/>
            <a:r>
              <a:t>Tools: Visual Studio / VS Code, dotnet CLI</a:t>
            </a:r>
          </a:p>
          <a:p>
            <a:pPr/>
            <a:r>
              <a:t>Version Control: Git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Evolution:</a:t>
            </a:r>
          </a:p>
          <a:p>
            <a:pPr lvl="1"/>
            <a:r>
              <a:t>From initial concept to fully functional application through 8 iterations</a:t>
            </a:r>
          </a:p>
          <a:p>
            <a:pPr lvl="1"/>
            <a:r>
              <a:t>Each user request refined and enhanced the application</a:t>
            </a:r>
          </a:p>
          <a:p>
            <a:pPr lvl="1"/>
            <a:r>
              <a:t>Demonstrates the power of iterative, AI-assisted development</a:t>
            </a:r>
          </a:p>
          <a:p>
            <a:pPr lvl="1"/>
            <a:r>
              <a:t>Final result: A professional calendar management system ready for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