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ASP.NET Core Calendar Management Application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Development Journey: From Concept to Implementation</a:t>
            </a:r>
          </a:p>
          <a:p>
            <a:r>
              <a:t>Built with Claude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Initial Request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"Create an ASP.NET Core application using C# to manage calendars. This application should have a calendar view by month, week and day, should be able to manage users and create calendar invites for one or more users."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Technology Choices:</a:t>
            </a:r>
          </a:p>
          <a:p>
            <a:pPr lvl="1"/>
            <a:r>
              <a:t>Database: SQLite with Entity Framework Core</a:t>
            </a:r>
          </a:p>
          <a:p>
            <a:pPr lvl="1"/>
            <a:r>
              <a:t>UI Framework: ASP.NET Core with Razor Pages</a:t>
            </a:r>
          </a:p>
          <a:p>
            <a:pPr lvl="1"/>
            <a:r>
              <a:t>Authentication: None (focus on core functionality)</a:t>
            </a:r>
          </a:p>
          <a:p>
            <a:pPr lvl="1"/>
            <a:r>
              <a:t>Styling: Bootstrap 5</a:t>
            </a:r>
          </a:p>
          <a:p>
            <a:pPr lvl="1"/>
            <a:r>
              <a:t>Target Framework: .NET 9.0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Three Core Tables:</a:t>
            </a:r>
          </a:p>
          <a:p>
            <a:pPr lvl="1"/>
            <a:r>
              <a:t>Users: Id, Name, Email, CreatedAt</a:t>
            </a:r>
          </a:p>
          <a:p>
            <a:pPr lvl="1"/>
            <a:r>
              <a:t>CalendarEvents: Id, Title, Description, StartDateTime, EndDateTime, Location, CreatedById</a:t>
            </a:r>
          </a:p>
          <a:p>
            <a:pPr lvl="1"/>
            <a:r>
              <a:t>EventAttendees: Id, EventId, UserId, ResponseStatus (Pending/Accepted/Declined/Tentative)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Initial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Core Features Implemented:</a:t>
            </a:r>
          </a:p>
          <a:p>
            <a:pPr lvl="1"/>
            <a:r>
              <a:t>Three calendar view types: Month, Week, Day</a:t>
            </a:r>
          </a:p>
          <a:p>
            <a:pPr lvl="1"/>
            <a:r>
              <a:t>User management (CRUD operations)</a:t>
            </a:r>
          </a:p>
          <a:p>
            <a:pPr lvl="1"/>
            <a:r>
              <a:t>Event creation with multi-user invitations</a:t>
            </a:r>
          </a:p>
          <a:p>
            <a:pPr lvl="1"/>
            <a:r>
              <a:t>Event details, editing, and deletion</a:t>
            </a:r>
          </a:p>
          <a:p>
            <a:pPr lvl="1"/>
            <a:r>
              <a:t>Attendee tracking with response status</a:t>
            </a:r>
          </a:p>
          <a:p>
            <a:pPr lvl="1"/>
            <a:r>
              <a:t>Navigation between different time periods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1: Clean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"Remove all seeded data from this application"</a:t>
            </a:r>
          </a:p>
          <a:p>
            <a:pPr/>
            <a:r>
              <a:t>Implementation:</a:t>
            </a:r>
          </a:p>
          <a:p>
            <a:pPr lvl="1"/>
            <a:r>
              <a:t>Updated DbInitializer to start with empty database</a:t>
            </a:r>
          </a:p>
          <a:p>
            <a:pPr lvl="1"/>
            <a:r>
              <a:t>Removed all sample users and events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2: Interactive Timeslots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"When clicking on a timeslot open the create event window with the date and time populated."</a:t>
            </a:r>
          </a:p>
          <a:p>
            <a:pPr/>
            <a:r>
              <a:t>Implementation:</a:t>
            </a:r>
          </a:p>
          <a:p>
            <a:pPr lvl="1"/>
            <a:r>
              <a:t>Added year/month/day/hour parameters to CreateEvent</a:t>
            </a:r>
          </a:p>
          <a:p>
            <a:pPr lvl="1"/>
            <a:r>
              <a:t>Made day numbers in Month view clickable</a:t>
            </a:r>
          </a:p>
          <a:p>
            <a:pPr lvl="1"/>
            <a:r>
              <a:t>Made timeslots in Week and Day views clickable</a:t>
            </a:r>
          </a:p>
          <a:p>
            <a:pPr lvl="1"/>
            <a:r>
              <a:t>Pre-populate event form with selected date/time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3: Major Architecture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"Change all views to use Razor pages"</a:t>
            </a:r>
          </a:p>
          <a:p>
            <a:pPr/>
            <a:r>
              <a:t>Complete Refactor:</a:t>
            </a:r>
          </a:p>
          <a:p>
            <a:pPr lvl="1"/>
            <a:r>
              <a:t>Converted from MVC Controllers to Razor PageModels</a:t>
            </a:r>
          </a:p>
          <a:p>
            <a:pPr lvl="1"/>
            <a:r>
              <a:t>Updated Program.cs from AddControllersWithViews to AddRazorPages</a:t>
            </a:r>
          </a:p>
          <a:p>
            <a:pPr lvl="1"/>
            <a:r>
              <a:t>Created Pages folder structure with _Layout, _ViewStart, _ViewImports</a:t>
            </a:r>
          </a:p>
          <a:p>
            <a:pPr lvl="1"/>
            <a:r>
              <a:t>Updated all navigation from asp-action to asp-page</a:t>
            </a:r>
          </a:p>
          <a:p>
            <a:pPr lvl="1"/>
            <a:r>
              <a:t>Fixed build errors and updated routing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4: Better Time Defaults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"When clicking on a day from the month or week calendar open the create event window with the date and time populated. If on a day, default the time to noon."</a:t>
            </a:r>
          </a:p>
          <a:p>
            <a:pPr/>
            <a:r>
              <a:t>Implementation:</a:t>
            </a:r>
          </a:p>
          <a:p>
            <a:pPr lvl="1"/>
            <a:r>
              <a:t>Changed default time from 9 AM to 12 PM (noon)</a:t>
            </a:r>
          </a:p>
          <a:p>
            <a:pPr lvl="1"/>
            <a:r>
              <a:t>Maintained specific hour when clicking timeslots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5: Enhanced User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"If a user clicks on any part of a day, not just the number, open the create event page"</a:t>
            </a:r>
          </a:p>
          <a:p>
            <a:pPr/>
            <a:r>
              <a:t>Implementation:</a:t>
            </a:r>
          </a:p>
          <a:p>
            <a:pPr lvl="1"/>
            <a:r>
              <a:t>Added onclick handler to entire &lt;td&gt; day cell</a:t>
            </a:r>
          </a:p>
          <a:p>
            <a:pPr lvl="1"/>
            <a:r>
              <a:t>Added event.stopPropagation() to event items</a:t>
            </a:r>
          </a:p>
          <a:p>
            <a:pPr lvl="1"/>
            <a:r>
              <a:t>Added CSS hover effects for better UX</a:t>
            </a:r>
          </a:p>
          <a:p>
            <a:pPr lvl="1"/>
            <a:r>
              <a:t>Made entire day cell visually responsive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6: Visual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"On week and month views add arrow icons to navigate by month and week respectively"</a:t>
            </a:r>
          </a:p>
          <a:p>
            <a:pPr/>
            <a:r>
              <a:t>Implementation:</a:t>
            </a:r>
          </a:p>
          <a:p>
            <a:pPr lvl="1"/>
            <a:r>
              <a:t>Added ◄ and ► icons to Previous/Next buttons</a:t>
            </a:r>
          </a:p>
          <a:p>
            <a:pPr lvl="1"/>
            <a:r>
              <a:t>Applied to Month, Week, and Day views for consistency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7: Layout Refinement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"Add the navigation buttons next to the description of the month and week"</a:t>
            </a:r>
          </a:p>
          <a:p>
            <a:pPr/>
            <a:r>
              <a:t>Implementation:</a:t>
            </a:r>
          </a:p>
          <a:p>
            <a:pPr lvl="1"/>
            <a:r>
              <a:t>Moved navigation buttons inline with month/week title</a:t>
            </a:r>
          </a:p>
          <a:p>
            <a:pPr lvl="1"/>
            <a:r>
              <a:t>Used Bootstrap d-inline-block for side-by-side layout</a:t>
            </a:r>
          </a:p>
          <a:p>
            <a:pPr lvl="1"/>
            <a:r>
              <a:t>Maintained Create Event button on the right</a:t>
            </a:r>
          </a:p>
          <a:p>
            <a:pPr lvl="1"/>
            <a:r>
              <a:t>Improved visual hierarchy and space utilization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8: Enhanced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"Move the navigation buttons back to the middle of the page and add 2 more buttons next and previous on the left and right of the month name or week name"</a:t>
            </a:r>
          </a:p>
          <a:p>
            <a:pPr/>
            <a:r>
              <a:t>Implementation:</a:t>
            </a:r>
          </a:p>
          <a:p>
            <a:pPr lvl="1"/>
            <a:r>
              <a:t>Created git branch: feature/enhanced-navigation</a:t>
            </a:r>
          </a:p>
          <a:p>
            <a:pPr lvl="1"/>
            <a:r>
              <a:t>Added arrow-only buttons flanking the month/week title</a:t>
            </a:r>
          </a:p>
          <a:p>
            <a:pPr lvl="1"/>
            <a:r>
              <a:t>Restored full navigation button group to center</a:t>
            </a:r>
          </a:p>
          <a:p>
            <a:pPr lvl="1"/>
            <a:r>
              <a:t>Three-column layout: Title with arrows | Navigation | Create Event</a:t>
            </a:r>
          </a:p>
          <a:p>
            <a:pPr lvl="1"/>
            <a:r>
              <a:t>Improved accessibility with title attributes on arrow buttons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9: Frontend/Backend Separation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"Rebuild this application. Separate all calls into a front end and a back end API."</a:t>
            </a:r>
          </a:p>
          <a:p>
            <a:pPr/>
            <a:r>
              <a:t>Implementation:</a:t>
            </a:r>
          </a:p>
          <a:p>
            <a:pPr lvl="1"/>
            <a:r>
              <a:t>Created solution with two projects: CalendarManagement.API and CalendarManagement.Web</a:t>
            </a:r>
          </a:p>
          <a:p>
            <a:pPr lvl="1"/>
            <a:r>
              <a:t>API: ASP.NET Core with Controllers, EF Core, SQLite, and Swagger</a:t>
            </a:r>
          </a:p>
          <a:p>
            <a:pPr lvl="1"/>
            <a:r>
              <a:t>Web: ASP.NET Core Razor Pages calling API via HttpClient</a:t>
            </a:r>
          </a:p>
          <a:p>
            <a:pPr lvl="1"/>
            <a:r>
              <a:t>CalendarApiClient service for centralized API communication</a:t>
            </a:r>
          </a:p>
          <a:p>
            <a:pPr lvl="1"/>
            <a:r>
              <a:t>CORS configuration to allow cross-origin requests</a:t>
            </a:r>
          </a:p>
          <a:p>
            <a:pPr lvl="1"/>
            <a:r>
              <a:t>Separation of concerns: API handles data, Web handles presentation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 Solution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Two-Project Structure:</a:t>
            </a:r>
          </a:p>
          <a:p>
            <a:pPr/>
            <a:r>
              <a:t>CalendarManagement.API (Backend):</a:t>
            </a:r>
          </a:p>
          <a:p>
            <a:pPr lvl="1"/>
            <a:r>
              <a:t>  - Models, Data, Controllers</a:t>
            </a:r>
          </a:p>
          <a:p>
            <a:pPr lvl="1"/>
            <a:r>
              <a:t>  - Entity Framework Core + SQLite</a:t>
            </a:r>
          </a:p>
          <a:p>
            <a:pPr lvl="1"/>
            <a:r>
              <a:t>  - RESTful API endpoints</a:t>
            </a:r>
          </a:p>
          <a:p>
            <a:pPr lvl="1"/>
            <a:r>
              <a:t>  - Swagger/OpenAPI documentation</a:t>
            </a:r>
          </a:p>
          <a:p/>
          <a:p>
            <a:pPr/>
            <a:r>
              <a:t>CalendarManagement.Web (Frontend):</a:t>
            </a:r>
          </a:p>
          <a:p>
            <a:pPr lvl="1"/>
            <a:r>
              <a:t>  - Razor Pages, ViewModels</a:t>
            </a:r>
          </a:p>
          <a:p>
            <a:pPr lvl="1"/>
            <a:r>
              <a:t>  - CalendarApiClient service</a:t>
            </a:r>
          </a:p>
          <a:p>
            <a:pPr lvl="1"/>
            <a:r>
              <a:t>  - HttpClient for API communication</a:t>
            </a:r>
          </a:p>
          <a:p>
            <a:pPr lvl="1"/>
            <a:r>
              <a:t>  - No direct database access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Folders and Files:</a:t>
            </a:r>
          </a:p>
          <a:p>
            <a:pPr lvl="1"/>
            <a:r>
              <a:t>API: Models, Data (DbContext, DbInitializer), Controllers (Users, CalendarEvents)</a:t>
            </a:r>
          </a:p>
          <a:p>
            <a:pPr lvl="1"/>
            <a:r>
              <a:t>Web: Models (DTOs), ViewModels, Services (CalendarApiClient), Pages (Razor)</a:t>
            </a:r>
          </a:p>
          <a:p>
            <a:pPr lvl="1"/>
            <a:r>
              <a:t>Shared: wwwroot/css for styling</a:t>
            </a:r>
          </a:p>
          <a:p>
            <a:pPr lvl="1"/>
            <a:r>
              <a:t>Configuration: appsettings.json in both projects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Application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the Application Can Do:</a:t>
            </a:r>
          </a:p>
          <a:p>
            <a:pPr lvl="1"/>
            <a:r>
              <a:t>View calendar in three formats: Month, Week, Day</a:t>
            </a:r>
          </a:p>
          <a:p>
            <a:pPr lvl="1"/>
            <a:r>
              <a:t>Navigate between time periods with arrow buttons</a:t>
            </a:r>
          </a:p>
          <a:p>
            <a:pPr lvl="1"/>
            <a:r>
              <a:t>Click anywhere on a day/timeslot to create events</a:t>
            </a:r>
          </a:p>
          <a:p>
            <a:pPr lvl="1"/>
            <a:r>
              <a:t>Create events with title, description, location, date/time</a:t>
            </a:r>
          </a:p>
          <a:p>
            <a:pPr lvl="1"/>
            <a:r>
              <a:t>Invite multiple users to events</a:t>
            </a:r>
          </a:p>
          <a:p>
            <a:pPr lvl="1"/>
            <a:r>
              <a:t>Track attendee response status (Pending/Accepted/Declined/Tentative)</a:t>
            </a:r>
          </a:p>
          <a:p>
            <a:pPr lvl="1"/>
            <a:r>
              <a:t>Manage users (Create, Read, Update, Delete)</a:t>
            </a:r>
          </a:p>
          <a:p>
            <a:pPr lvl="1"/>
            <a:r>
              <a:t>View event details with attendee list</a:t>
            </a:r>
          </a:p>
          <a:p>
            <a:pPr lvl="1"/>
            <a:r>
              <a:t>Edit and delete events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Notable Implementation Details:</a:t>
            </a:r>
          </a:p>
          <a:p>
            <a:pPr lvl="1"/>
            <a:r>
              <a:t>Entity Framework Core with SQLite for lightweight data storage</a:t>
            </a:r>
          </a:p>
          <a:p>
            <a:pPr lvl="1"/>
            <a:r>
              <a:t>Razor Pages architecture for cleaner separation of concerns</a:t>
            </a:r>
          </a:p>
          <a:p>
            <a:pPr lvl="1"/>
            <a:r>
              <a:t>Client-side JavaScript for interactive calendar cells</a:t>
            </a:r>
          </a:p>
          <a:p>
            <a:pPr lvl="1"/>
            <a:r>
              <a:t>event.stopPropagation() to prevent conflicting click handlers</a:t>
            </a:r>
          </a:p>
          <a:p>
            <a:pPr lvl="1"/>
            <a:r>
              <a:t>Bootstrap utility classes for responsive layout</a:t>
            </a:r>
          </a:p>
          <a:p>
            <a:pPr lvl="1"/>
            <a:r>
              <a:t>Custom CSS for calendar-specific styling and hover effects</a:t>
            </a:r>
          </a:p>
          <a:p>
            <a:pPr lvl="1"/>
            <a:r>
              <a:t>ViewModels for complex data binding scenarios</a:t>
            </a:r>
          </a:p>
          <a:p>
            <a:pPr lvl="1"/>
            <a:r>
              <a:t>Route parameters for deep linking to specific dates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Iteration 10: Service Layer Refactoring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User Request:</a:t>
            </a:r>
          </a:p>
          <a:p>
            <a:pPr lvl="1"/>
            <a:r>
              <a:t>"Extract all logic from this application's controllers into a service layer"</a:t>
            </a:r>
          </a:p>
          <a:p>
            <a:pPr/>
            <a:r>
              <a:t>Implementation:</a:t>
            </a:r>
          </a:p>
          <a:p>
            <a:pPr lvl="1"/>
            <a:r>
              <a:t>Created ICalendarEventService and CalendarEventService (10 methods, ~290 lines)</a:t>
            </a:r>
          </a:p>
          <a:p>
            <a:pPr lvl="1"/>
            <a:r>
              <a:t>Created IUserService and UserService (7 methods, ~95 lines)</a:t>
            </a:r>
          </a:p>
          <a:p>
            <a:pPr lvl="1"/>
            <a:r>
              <a:t>Registered services with dependency injection in Program.cs</a:t>
            </a:r>
          </a:p>
          <a:p>
            <a:pPr lvl="1"/>
            <a:r>
              <a:t>Refactored all 10 PageModels to use service layer</a:t>
            </a:r>
          </a:p>
          <a:p>
            <a:pPr lvl="1"/>
            <a:r>
              <a:t>Reduced PageModel code by ~70% on average</a:t>
            </a:r>
          </a:p>
          <a:p>
            <a:pPr lvl="1"/>
            <a:r>
              <a:t>Separated business logic from HTTP handling</a:t>
            </a:r>
          </a:p>
          <a:p>
            <a:pPr lvl="1"/>
            <a:r>
              <a:t>Improved testability, reusability, and maintainability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Layer Architecture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Why Service Layer Matters:</a:t>
            </a:r>
          </a:p>
          <a:p>
            <a:pPr lvl="1"/>
            <a:r>
              <a:t>Separation of Concerns: PageModels handle HTTP, services handle business logic</a:t>
            </a:r>
          </a:p>
          <a:p>
            <a:pPr lvl="1"/>
            <a:r>
              <a:t>Testability: Services can be unit tested independently with mocked data</a:t>
            </a:r>
          </a:p>
          <a:p>
            <a:pPr lvl="1"/>
            <a:r>
              <a:t>Reusability: Same services can power future API controllers</a:t>
            </a:r>
          </a:p>
          <a:p>
            <a:pPr lvl="1"/>
            <a:r>
              <a:t>Maintainability: Business logic changes in one place, not scattered across pages</a:t>
            </a:r>
          </a:p>
          <a:p>
            <a:pPr lvl="1"/>
            <a:r>
              <a:t>Scalability: Easy to add caching, logging, and other cross-cutting concerns</a:t>
            </a:r>
          </a:p>
          <a:p>
            <a:pPr lvl="1"/>
            <a:r>
              <a:t>Code Reduction: Calendar pages went from 60-70 lines to ~20 lines</a:t>
            </a:r>
          </a:p>
          <a:p>
            <a:pPr lvl="1"/>
            <a:r>
              <a:t>SOLID Principles: Follows Single Responsibility and Dependency Inversion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Development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Takeaways:</a:t>
            </a:r>
          </a:p>
          <a:p>
            <a:pPr lvl="1"/>
            <a:r>
              <a:t>Iterative development allows for rapid evolution</a:t>
            </a:r>
          </a:p>
          <a:p>
            <a:pPr lvl="1"/>
            <a:r>
              <a:t>User feedback drives feature refinement</a:t>
            </a:r>
          </a:p>
          <a:p>
            <a:pPr lvl="1"/>
            <a:r>
              <a:t>Architecture changes (MVC → Razor Pages → API/Frontend → Service Layer) are transformative</a:t>
            </a:r>
          </a:p>
          <a:p>
            <a:pPr lvl="1"/>
            <a:r>
              <a:t>Small UX improvements (clickable areas, icons) have big impact</a:t>
            </a:r>
          </a:p>
          <a:p>
            <a:pPr lvl="1"/>
            <a:r>
              <a:t>Starting with empty database is better for production readiness</a:t>
            </a:r>
          </a:p>
          <a:p>
            <a:pPr lvl="1"/>
            <a:r>
              <a:t>Interactive elements require careful event handling</a:t>
            </a:r>
          </a:p>
          <a:p>
            <a:pPr lvl="1"/>
            <a:r>
              <a:t>Visual cues (arrows, hover effects) improve usability</a:t>
            </a:r>
          </a:p>
          <a:p>
            <a:pPr lvl="1"/>
            <a:r>
              <a:t>Git branching enables safe experimentation with UI changes</a:t>
            </a:r>
          </a:p>
          <a:p>
            <a:pPr lvl="1"/>
            <a:r>
              <a:t>Separating frontend and backend enables scalability and maintainability</a:t>
            </a:r>
          </a:p>
          <a:p>
            <a:pPr lvl="1"/>
            <a:r>
              <a:t>Service layer refactoring dramatically improves code quality and maintainability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Architecture: Service Layer Pattern with dependency injection</a:t>
            </a:r>
          </a:p>
          <a:p>
            <a:pPr/>
            <a:r>
              <a:t>Backend API: ASP.NET Core 9.0 with Controllers</a:t>
            </a:r>
          </a:p>
          <a:p>
            <a:pPr/>
            <a:r>
              <a:t>Frontend: ASP.NET Core 9.0 with Razor Pages</a:t>
            </a:r>
          </a:p>
          <a:p>
            <a:pPr/>
            <a:r>
              <a:t>Language: C# 12</a:t>
            </a:r>
          </a:p>
          <a:p>
            <a:pPr/>
            <a:r>
              <a:t>Database: SQLite</a:t>
            </a:r>
          </a:p>
          <a:p>
            <a:pPr/>
            <a:r>
              <a:t>ORM: Entity Framework Core 9.0</a:t>
            </a:r>
          </a:p>
          <a:p>
            <a:pPr/>
            <a:r>
              <a:t>API Documentation: Swagger/OpenAPI</a:t>
            </a:r>
          </a:p>
          <a:p>
            <a:pPr/>
            <a:r>
              <a:t>Communication: HttpClient, RESTful APIs</a:t>
            </a:r>
          </a:p>
          <a:p>
            <a:pPr/>
            <a:r>
              <a:t>UI Framework: Bootstrap 5</a:t>
            </a:r>
          </a:p>
          <a:p>
            <a:pPr/>
            <a:r>
              <a:t>Tools: Visual Studio / VS Code, dotnet CLI</a:t>
            </a:r>
          </a:p>
          <a:p>
            <a:pPr/>
            <a:r>
              <a:t>Version Control: Git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Evolution:</a:t>
            </a:r>
          </a:p>
          <a:p>
            <a:pPr lvl="1"/>
            <a:r>
              <a:t>From initial concept to fully functional application through 10 iterations</a:t>
            </a:r>
          </a:p>
          <a:p>
            <a:pPr lvl="1"/>
            <a:r>
              <a:t>Each user request refined and enhanced the application</a:t>
            </a:r>
          </a:p>
          <a:p>
            <a:pPr lvl="1"/>
            <a:r>
              <a:t>Demonstrates the power of iterative, AI-assisted development</a:t>
            </a:r>
          </a:p>
          <a:p>
            <a:pPr lvl="1"/>
            <a:r>
              <a:t>Final result: A professional, well-architected calendar management system with clean separation of concerns, ready for testing and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